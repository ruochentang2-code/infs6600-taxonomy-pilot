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c6f44bfa534939" /><Relationship Type="http://schemas.openxmlformats.org/officeDocument/2006/relationships/extended-properties" Target="/docProps/app.xml" Id="Rafb7a9c398e14abe" /><Relationship Type="http://schemas.openxmlformats.org/officeDocument/2006/relationships/officeDocument" Target="/ppt/presentation.xml" Id="Rb9edb2dd075a49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01893932a448fb"/>
  </p:sldMasterIdLst>
  <p:notesMasterIdLst>
    <p:notesMasterId xmlns:r="http://schemas.openxmlformats.org/officeDocument/2006/relationships" r:id="R7712d965f9354e9a"/>
  </p:notesMasterIdLst>
  <p:sldIdLst>
    <p:sldId xmlns:r="http://schemas.openxmlformats.org/officeDocument/2006/relationships" id="256" r:id="Rb2ff3c114687494a"/>
    <p:sldId xmlns:r="http://schemas.openxmlformats.org/officeDocument/2006/relationships" id="257" r:id="Rd9cf6d900d2543d7"/>
    <p:sldId xmlns:r="http://schemas.openxmlformats.org/officeDocument/2006/relationships" id="258" r:id="R7e96c7765adb4b13"/>
    <p:sldId xmlns:r="http://schemas.openxmlformats.org/officeDocument/2006/relationships" id="259" r:id="R4f68c221929e4830"/>
    <p:sldId xmlns:r="http://schemas.openxmlformats.org/officeDocument/2006/relationships" id="260" r:id="Rd16e66efc5c542da"/>
    <p:sldId xmlns:r="http://schemas.openxmlformats.org/officeDocument/2006/relationships" id="261" r:id="R97083dc32cd64315"/>
    <p:sldId xmlns:r="http://schemas.openxmlformats.org/officeDocument/2006/relationships" id="262" r:id="R4b8b4c6f769f4f74"/>
    <p:sldId xmlns:r="http://schemas.openxmlformats.org/officeDocument/2006/relationships" id="263" r:id="R6ae9146ae57346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827e7b452164be8" /><Relationship Type="http://schemas.openxmlformats.org/officeDocument/2006/relationships/slideMaster" Target="/ppt/slideMasters/slideMaster1.xml" Id="R5901893932a448fb" /><Relationship Type="http://schemas.openxmlformats.org/officeDocument/2006/relationships/notesMaster" Target="/ppt/notesMasters/notesMaster1.xml" Id="R7712d965f9354e9a" /><Relationship Type="http://schemas.openxmlformats.org/officeDocument/2006/relationships/presProps" Target="/ppt/presProps.xml" Id="Rdd20f7a682834354" /><Relationship Type="http://schemas.openxmlformats.org/officeDocument/2006/relationships/tableStyles" Target="/ppt/tableStyles.xml" Id="R1f809c52a2d4452c" /><Relationship Type="http://schemas.openxmlformats.org/officeDocument/2006/relationships/slide" Target="/ppt/slides/slide1.xml" Id="Rb2ff3c114687494a" /><Relationship Type="http://schemas.openxmlformats.org/officeDocument/2006/relationships/slide" Target="/ppt/slides/slide2.xml" Id="Rd9cf6d900d2543d7" /><Relationship Type="http://schemas.openxmlformats.org/officeDocument/2006/relationships/slide" Target="/ppt/slides/slide3.xml" Id="R7e96c7765adb4b13" /><Relationship Type="http://schemas.openxmlformats.org/officeDocument/2006/relationships/slide" Target="/ppt/slides/slide4.xml" Id="R4f68c221929e4830" /><Relationship Type="http://schemas.openxmlformats.org/officeDocument/2006/relationships/slide" Target="/ppt/slides/slide5.xml" Id="Rd16e66efc5c542da" /><Relationship Type="http://schemas.openxmlformats.org/officeDocument/2006/relationships/slide" Target="/ppt/slides/slide6.xml" Id="R97083dc32cd64315" /><Relationship Type="http://schemas.openxmlformats.org/officeDocument/2006/relationships/slide" Target="/ppt/slides/slide7.xml" Id="R4b8b4c6f769f4f74" /><Relationship Type="http://schemas.openxmlformats.org/officeDocument/2006/relationships/slide" Target="/ppt/slides/slide8.xml" Id="R6ae9146ae57346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83f6fbd53341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b3600e45f74b89" /><Relationship Type="http://schemas.openxmlformats.org/officeDocument/2006/relationships/notesMaster" Target="/ppt/notesMasters/notesMaster1.xml" Id="R766abfa167bd43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5d9a83b9bc425d" /><Relationship Type="http://schemas.openxmlformats.org/officeDocument/2006/relationships/notesMaster" Target="/ppt/notesMasters/notesMaster1.xml" Id="R8d3838a83ecb499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9e383053a6456b" /><Relationship Type="http://schemas.openxmlformats.org/officeDocument/2006/relationships/notesMaster" Target="/ppt/notesMasters/notesMaster1.xml" Id="R49cc7d2ad2ea4b4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7e7dabec094dd0" /><Relationship Type="http://schemas.openxmlformats.org/officeDocument/2006/relationships/notesMaster" Target="/ppt/notesMasters/notesMaster1.xml" Id="R5404b7648f1f427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b4ee37eb02d436f" /><Relationship Type="http://schemas.openxmlformats.org/officeDocument/2006/relationships/notesMaster" Target="/ppt/notesMasters/notesMaster1.xml" Id="R2f449ab825534d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65a6ac3586d4cc4" /><Relationship Type="http://schemas.openxmlformats.org/officeDocument/2006/relationships/notesMaster" Target="/ppt/notesMasters/notesMaster1.xml" Id="R6d967901009b4a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8af00f206f4248" /><Relationship Type="http://schemas.openxmlformats.org/officeDocument/2006/relationships/notesMaster" Target="/ppt/notesMasters/notesMaster1.xml" Id="Rcaf93fe6452c445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945e22107b4738" /><Relationship Type="http://schemas.openxmlformats.org/officeDocument/2006/relationships/notesMaster" Target="/ppt/notesMasters/notesMaster1.xml" Id="R2825fe51a45941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/Users/jacob/Dev/usyd_courses/DATA5703/infs6600-taxonomy-pilot/README.md</a:t>
            </a:r>
          </a:p>
          <a:p xmlns:a="http://schemas.openxmlformats.org/drawingml/2006/main">
            <a:r>
              <a:t>- https://www.sydney.edu.au/units/INFS6600/2026-S2C-NE-CC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/Users/jacob/Dev/usyd_courses/DATA5703/infs6600-taxonomy-pilot/docs/week4_update_v2.md</a:t>
            </a:r>
          </a:p>
          <a:p xmlns:a="http://schemas.openxmlformats.org/drawingml/2006/main">
            <a:r>
              <a:t>- /Users/jacob/Dev/usyd_courses/DATA5703/infs6600-taxonomy-pilot/docs/week4_delivery_checklist.md</a:t>
            </a:r>
          </a:p>
          <a:p xmlns:a="http://schemas.openxmlformats.org/drawingml/2006/main">
            <a:r>
              <a:t>- /Users/jacob/Dev/usyd_courses/DATA5703/infs6600-taxonomy-pilot/config/taxonomy_v2.json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/Users/jacob/Dev/usyd_courses/DATA5703/infs6600-taxonomy-pilot/output/pdf/02_Classification_Algorithm_Detailed_v2.pdf</a:t>
            </a:r>
          </a:p>
          <a:p xmlns:a="http://schemas.openxmlformats.org/drawingml/2006/main">
            <a:r>
              <a:t>- /Users/jacob/Dev/usyd_courses/DATA5703/infs6600-taxonomy-pilot/config/taxonomy_v2.json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/Users/jacob/Dev/usyd_courses/DATA5703/infs6600-taxonomy-pilot/output/v2/visualisations/category_summary.png</a:t>
            </a:r>
          </a:p>
          <a:p xmlns:a="http://schemas.openxmlformats.org/drawingml/2006/main">
            <a:r>
              <a:t>- /Users/jacob/Dev/usyd_courses/DATA5703/infs6600-taxonomy-pilot/output/v2/data/processed/unit_category_summary.csv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/Users/jacob/Dev/usyd_courses/DATA5703/infs6600-taxonomy-pilot/output/v2/visualisations/category_scores.png</a:t>
            </a:r>
          </a:p>
          <a:p xmlns:a="http://schemas.openxmlformats.org/drawingml/2006/main">
            <a:r>
              <a:t>- /Users/jacob/Dev/usyd_courses/DATA5703/infs6600-taxonomy-pilot/output/v2/data/processed/unit_category_summary.csv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/Users/jacob/Dev/usyd_courses/DATA5703/infs6600-taxonomy-pilot/output/v2/visualisations/evidence_by_section.png</a:t>
            </a:r>
          </a:p>
          <a:p xmlns:a="http://schemas.openxmlformats.org/drawingml/2006/main">
            <a:r>
              <a:t>- /Users/jacob/Dev/usyd_courses/DATA5703/infs6600-taxonomy-pilot/output/v2/data/processed/classified_evidence.csv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/Users/jacob/Dev/usyd_courses/DATA5703/infs6600-taxonomy-pilot/output/v2/reports/pilot_results_v2.md</a:t>
            </a:r>
          </a:p>
          <a:p xmlns:a="http://schemas.openxmlformats.org/drawingml/2006/main">
            <a:r>
              <a:t>- /Users/jacob/Dev/usyd_courses/DATA5703/infs6600-taxonomy-pilot/output/v2/data/processed/classified_evidence.csv</a:t>
            </a:r>
          </a:p>
          <a:p xmlns:a="http://schemas.openxmlformats.org/drawingml/2006/main">
            <a:r>
              <a:t>- https://www.sydney.edu.au/units/INFS6600/2026-S2C-NE-CC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/Users/jacob/Dev/usyd_courses/DATA5703/infs6600-taxonomy-pilot/docs/week4_delivery_checklist.md</a:t>
            </a:r>
          </a:p>
          <a:p xmlns:a="http://schemas.openxmlformats.org/drawingml/2006/main">
            <a:r>
              <a:t>- /Users/jacob/Dev/usyd_courses/DATA5703/infs6600-taxonomy-pilot/docs/client_decisions_required.md</a:t>
            </a:r>
          </a:p>
          <a:p xmlns:a="http://schemas.openxmlformats.org/drawingml/2006/main">
            <a:r>
              <a:t>- /Users/jacob/Dev/usyd_courses/DATA5703/infs6600-taxonomy-pilot/output/v2/release_manifest_v2.json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f97f0700674e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9b8a0fe585443f3" /><Relationship Type="http://schemas.openxmlformats.org/officeDocument/2006/relationships/slideLayout" Target="/ppt/slideLayouts/slideLayout1.xml" Id="R5c212935b58d48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212935b58d48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30b5db0ad4750" /><Relationship Type="http://schemas.openxmlformats.org/officeDocument/2006/relationships/notesSlide" Target="/ppt/notesSlides/notesSlide1.xml" Id="Rf60c596fc41045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3db38a87e842d2" /><Relationship Type="http://schemas.openxmlformats.org/officeDocument/2006/relationships/notesSlide" Target="/ppt/notesSlides/notesSlide2.xml" Id="Rc76f6cc23fc549f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86a755aa9f4307" /><Relationship Type="http://schemas.openxmlformats.org/officeDocument/2006/relationships/notesSlide" Target="/ppt/notesSlides/notesSlide3.xml" Id="Re01100538eb745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e4726b5a454ee0" /><Relationship Type="http://schemas.openxmlformats.org/officeDocument/2006/relationships/image" Target="/ppt/media/image.png" Id="Rfb31d13d36614b58" /><Relationship Type="http://schemas.openxmlformats.org/officeDocument/2006/relationships/notesSlide" Target="/ppt/notesSlides/notesSlide4.xml" Id="R14104ecf02434d2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0e29dc686149bf" /><Relationship Type="http://schemas.openxmlformats.org/officeDocument/2006/relationships/image" Target="/ppt/media/image2.png" Id="R61d9a9cc07444255" /><Relationship Type="http://schemas.openxmlformats.org/officeDocument/2006/relationships/notesSlide" Target="/ppt/notesSlides/notesSlide5.xml" Id="R5eadcde69f0a4d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5cab522b34d0e" /><Relationship Type="http://schemas.openxmlformats.org/officeDocument/2006/relationships/image" Target="/ppt/media/image3.png" Id="R15666b22b52e4e9c" /><Relationship Type="http://schemas.openxmlformats.org/officeDocument/2006/relationships/notesSlide" Target="/ppt/notesSlides/notesSlide6.xml" Id="R687205dc19374e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3236d5f2a4c7d" /><Relationship Type="http://schemas.openxmlformats.org/officeDocument/2006/relationships/notesSlide" Target="/ppt/notesSlides/notesSlide7.xml" Id="R5830c61812f546c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6815a633f4567" /><Relationship Type="http://schemas.openxmlformats.org/officeDocument/2006/relationships/notesSlide" Target="/ppt/notesSlides/notesSlide8.xml" Id="R5d3b5ec1df654f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D037C4-45C8-4755-9849-5DEB0B40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667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0">
            <a:solidFill>
              <a:srgbClr val="2F6B9A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854B34-36D2-453F-81F8-95087EB54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7429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5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INFS6600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54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Taxonomy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E33CB-EC61-4B96-932E-A921DB38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86125"/>
            <a:ext cx="1428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021"/>
          </a:solidFill>
          <a:ln xmlns:a="http://schemas.openxmlformats.org/drawingml/2006/main" w="0">
            <a:solidFill>
              <a:srgbClr val="D5A02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AF82D0-E41B-4109-ABB8-B6F48258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004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Week 4 Results and Validation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269721-8ACD-4200-9A26-589D35D07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Eight-category, multi-label classification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B67574-5AAA-4E61-B7D7-C9E8431F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CS-44 Project Team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382DA-218B-4AEA-AA63-2A7E598E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19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1 September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E2E70-EAB6-4EDF-A827-12449445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721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76200" tIns="76200" rIns="762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 4  /  V2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E7FB9B-9030-4332-AB2D-6C7B5DDF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41020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CD3553-E3C5-4468-8C93-257492A3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572125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9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WEEK 4  /  V2</a:t>
            </a:r>
          </a:p>
        </p:txBody>
      </p:sp>
    </p:spTree>
    <p:extLst>
      <p:ext uri="{BB962C8B-B14F-4D97-AF65-F5344CB8AC3E}">
        <p14:creationId xmlns:p14="http://schemas.microsoft.com/office/powerpoint/2010/main" val="1780297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936A7-B4D9-4C2F-8339-E7A422D0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9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Week 4 delivers an auditable eight-category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D8D01-232F-4993-A656-2DFC5DDB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0">
            <a:solidFill>
              <a:srgbClr val="2F6B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FB08AF-8274-48A6-A43D-0F8050F5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D287D-803A-470B-9DCB-EE549B7D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38275"/>
            <a:ext cx="104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9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12B826-E522-49F9-99C8-51B22C9C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628775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configured taxonomy categories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B95B2-9D0D-41EC-951B-6B174C4A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85900"/>
            <a:ext cx="14288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solidFill>
              <a:srgbClr val="BCCCD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CD101-BE17-42CD-ABE4-A22D32614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438275"/>
            <a:ext cx="104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950" b="1" i="0">
                <a:solidFill>
                  <a:srgbClr val="D5A021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D5A021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22BB1E-A70B-4970-8653-3558868B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28775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positive INFS6600 allocations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A62C6-D558-4833-993A-4CC66D22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85900"/>
            <a:ext cx="14288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solidFill>
              <a:srgbClr val="BCCCD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CEA35-662A-493F-ADC6-1E7785B0C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438275"/>
            <a:ext cx="1047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9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312203-561A-4CB4-8ECD-3AD4A222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28775"/>
            <a:ext cx="2333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unit-outline evidence sections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C9A8ED-203C-4541-8399-152A66E0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Completed changes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4C99EF-BCD7-4035-87C6-39A454F3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528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ADFA93-5F51-401D-B17A-82ACE5FD7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52800"/>
            <a:ext cx="996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Separated Simulation from Case-Based Learning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6B637-39BE-4843-8DB0-ACC6345F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66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9389CF-7519-4D5D-B2ED-B8DF53C8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76675"/>
            <a:ext cx="996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Applied non-mutually-exclusive multi-label classification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CADD08-8684-45EA-943A-CF9DD869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5462F4-FE4D-480B-BF82-7653A9B9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00550"/>
            <a:ext cx="996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Calibrated WIL rule weights and retained provisional settings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216B5B-4E38-40FF-ABA3-C988CC5A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2442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17566A-C70F-422C-9CDB-D97D09A8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24425"/>
            <a:ext cx="996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Added distinct evidence counts, total scores and source-section reporting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0054D2-88ED-4A44-8FD3-607142B7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483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85937-3C69-4768-BA97-05319FF7D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48300"/>
            <a:ext cx="99631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Kept the analysis limited to INFS6600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B5F00A-38BA-46B1-B532-910523D6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CS-44 Project Team  |  INFS6600 Taxonomy Pilot  |  Week 4 v2</a:t>
            </a:r>
          </a:p>
        </p:txBody>
      </p:sp>
    </p:spTree>
    <p:extLst>
      <p:ext uri="{BB962C8B-B14F-4D97-AF65-F5344CB8AC3E}">
        <p14:creationId xmlns:p14="http://schemas.microsoft.com/office/powerpoint/2010/main" val="2069128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CB09B-F1B5-430C-902E-47A00E2D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80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method separates positive evidence from review signals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4C16B-79A2-4BBE-A5C7-22266C53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0">
            <a:solidFill>
              <a:srgbClr val="2F6B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ACDB4-8AFB-47FF-82EC-F0F4FA74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A237F7-1D0B-43BE-833C-8B05550E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B8B3B-F106-4280-9072-873109FF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4287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Evidence units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5A4CC7-5A02-432C-8F9F-2304EE49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28750"/>
            <a:ext cx="6800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Overview paragraphs, learning outcomes, assessments and weekly schedule rows are evaluated as distinct items.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CDC58-640B-48F4-9C72-CDC08277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05050"/>
            <a:ext cx="10248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solidFill>
              <a:srgbClr val="BCCC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6EF035-2DA5-4692-A2A3-9824E091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6222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848187-34FE-4C64-9C39-DC8DFCBB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622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Rule scoring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A3F7FA-F5AA-4E74-B8B5-287AD0D5C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562225"/>
            <a:ext cx="6800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 matched rule group contributes its weight once, even when several alternative phrases appear.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5AB673-C841-4637-9C68-1DFAED27E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38525"/>
            <a:ext cx="10248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solidFill>
              <a:srgbClr val="BCCC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C479A-DF51-4F55-A0F7-D26559C7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957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CA8E1F-C432-4089-84F7-A7536D17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6957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Multi-label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2D28CE-2A73-4EC5-8D63-E4D2BE3FF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95700"/>
            <a:ext cx="6800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Each item is evaluated independently against every category; no single-category winner is forced.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038423-18EB-4AC2-B7B4-21585CBE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2489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solidFill>
              <a:srgbClr val="BCCC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F9DCA-317B-467C-9B37-4DB829F0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29175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4FEE59-74EF-4E5A-9182-E5815AA2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8291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Aggregation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BFDA6F-118A-4B6B-BB79-4C9FE080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29175"/>
            <a:ext cx="6800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Positive totals and review totals are retained separately at the unit-category level.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FD38A8-CD16-48CF-9638-13E5EAE1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62650"/>
            <a:ext cx="10248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B2"/>
          </a:solidFill>
          <a:ln xmlns:a="http://schemas.openxmlformats.org/drawingml/2006/main" w="9525">
            <a:solidFill>
              <a:srgbClr val="D5A02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19DE9E-A0DF-4659-B034-EF60C6B0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048375"/>
            <a:ext cx="9867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46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Current decision settings: positive ≥ 3.0; high confidence ≥ 5.0. Both remain configurable.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5BEC02-1F86-41B6-8364-F0E20302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CS-44 Project Team  |  INFS6600 Taxonomy Pilot  |  Week 4 v2</a:t>
            </a:r>
          </a:p>
        </p:txBody>
      </p:sp>
    </p:spTree>
    <p:extLst>
      <p:ext uri="{BB962C8B-B14F-4D97-AF65-F5344CB8AC3E}">
        <p14:creationId xmlns:p14="http://schemas.microsoft.com/office/powerpoint/2010/main" val="5768446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0C6B69-2155-423B-9E1C-A03250648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3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INFS6600 is positive in three taxonomy categories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DF0E5F-DF38-4DCD-9AB9-6C14A2FE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0">
            <a:solidFill>
              <a:srgbClr val="2F6B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6E94E5-6ABB-469C-BAD9-0C00DB5E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1d13d36614b58"/>
          <a:stretch xmlns:a="http://schemas.openxmlformats.org/drawingml/2006/main"/>
        </p:blipFill>
        <p:spPr>
          <a:xfrm xmlns:a="http://schemas.openxmlformats.org/drawingml/2006/main">
            <a:off x="1378960" y="1257300"/>
            <a:ext cx="6624205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B2928-FE9A-4F3D-B94B-6673AB7FB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56210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Positive allocations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862558-3B50-415C-A5EA-4E01F1F4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336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877CAB-9D47-48EE-943E-C7ECB5FC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38375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WIL evidence items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1E6ABD-644B-42BB-B6D6-7C7E8CA4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02895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F91367-3F55-4D29-BD33-68D1E3ED4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133725"/>
            <a:ext cx="1600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Case-Based item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4EDE8B-B5E4-4945-98F1-BD62E5D2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3924300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03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90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F5EEE-F06D-4999-B440-93ABC5EA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952875"/>
            <a:ext cx="1600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67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Project / Problem-Based items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FEDD99-8248-46BA-8EB3-CFD7FECD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14900"/>
            <a:ext cx="2324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Simulation remains separate and has no positive evidence in the current outline.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210F96-31A5-4458-AA5E-B753C042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CS-44 Project Team  |  INFS6600 Taxonomy Pilot  |  Week 4 v2</a:t>
            </a:r>
          </a:p>
        </p:txBody>
      </p:sp>
    </p:spTree>
    <p:extLst>
      <p:ext uri="{BB962C8B-B14F-4D97-AF65-F5344CB8AC3E}">
        <p14:creationId xmlns:p14="http://schemas.microsoft.com/office/powerpoint/2010/main" val="13837744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9FE935-3CED-4978-8236-D0832E1A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2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Scores show strong WIL support and distinct secondary categories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982D0A-0DD0-48DA-BB9D-13BF6780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0">
            <a:solidFill>
              <a:srgbClr val="2F6B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CEE75-5179-4E7B-978E-01F470E43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9a9cc07444255"/>
          <a:stretch xmlns:a="http://schemas.openxmlformats.org/drawingml/2006/main"/>
        </p:blipFill>
        <p:spPr>
          <a:xfrm xmlns:a="http://schemas.openxmlformats.org/drawingml/2006/main">
            <a:off x="1378960" y="1257300"/>
            <a:ext cx="6624205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64286-6F38-4D45-81A0-35659B71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161925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Classified 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7DA183-E888-4C97-A6CB-9DBC99BF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645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48.5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DD615B-4280-42DB-8D36-4B23BAAA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0510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Work-Integrated and Applied Learning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AFA5A-65CA-47DF-89D3-3EE3A91B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004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14.5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E39F8-2E38-4223-A5C1-8B02F5DF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17195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Project- and Problem-Based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8CF72-20CC-4AF1-B1B7-3B65EA27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162550"/>
            <a:ext cx="220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39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Review scores are visible but never merged into positive totals.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5FECC-01E8-4368-8CDC-A81B0F59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CS-44 Project Team  |  INFS6600 Taxonomy Pilot  |  Week 4 v2</a:t>
            </a:r>
          </a:p>
        </p:txBody>
      </p:sp>
    </p:spTree>
    <p:extLst>
      <p:ext uri="{BB962C8B-B14F-4D97-AF65-F5344CB8AC3E}">
        <p14:creationId xmlns:p14="http://schemas.microsoft.com/office/powerpoint/2010/main" val="3139765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67FCF-F1A1-49DB-AEE2-C0C18D02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Positive evidence spans the unit outline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61C05-E9C5-46A8-95DA-D5E9D472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0">
            <a:solidFill>
              <a:srgbClr val="2F6B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D62A66-9274-4FF2-8E43-15595D2EE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66b22b52e4e9c"/>
          <a:stretch xmlns:a="http://schemas.openxmlformats.org/drawingml/2006/main"/>
        </p:blipFill>
        <p:spPr>
          <a:xfrm xmlns:a="http://schemas.openxmlformats.org/drawingml/2006/main">
            <a:off x="1190327" y="1200150"/>
            <a:ext cx="6991945" cy="4972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83031-F271-48B0-8A76-9C12431A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5811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0084B-549C-415A-8BD0-A2CFF45A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907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B7105-DFD5-465D-9CE6-BE3C498B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90750"/>
            <a:ext cx="18192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WIL spans all four source sections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B1D13-F8EA-4275-8F84-CB94642E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4C661-0F2B-468A-A359-1581FBB9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028950"/>
            <a:ext cx="18192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Case-Based comes from LO02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A85C5-BF82-4791-8642-8EADE2A5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671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BF72C3-C96B-49D4-A076-6513983CD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67150"/>
            <a:ext cx="18192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8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Project / Problem-Based is strongest in the weekly schedule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523F1-885D-49D2-944C-97E503C1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705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B276B-132A-4512-AA96-8D06D8AA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705350"/>
            <a:ext cx="18192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All results retain item IDs and source text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98095-1825-4231-AC0F-B8EDE016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CS-44 Project Team  |  INFS6600 Taxonomy Pilot  |  Week 4 v2</a:t>
            </a:r>
          </a:p>
        </p:txBody>
      </p:sp>
    </p:spTree>
    <p:extLst>
      <p:ext uri="{BB962C8B-B14F-4D97-AF65-F5344CB8AC3E}">
        <p14:creationId xmlns:p14="http://schemas.microsoft.com/office/powerpoint/2010/main" val="3260911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AD97791-1E37-414B-8072-FA2BCE66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Positive results are fully traceable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BF359-8428-475A-B55A-D1F40C14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0">
            <a:solidFill>
              <a:srgbClr val="2F6B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F46A91-9D86-40AC-BD4E-2F7CEA81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E3633-F99C-4BC2-82B2-17280DCB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Work-Integrated and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Applied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13391C-2B8F-4D83-AFB8-A81BCCBCC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11 items  |  48.5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5D862-6FDB-4BD6-8400-C0D9D4AF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Representative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283FED-BD1E-4147-BA6A-9C427143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42170-6518-4734-981A-FD428D3D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575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Partner briefing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C6F43-5FC6-4791-942A-52C30D3B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C87990-D4E6-470F-97C3-8D157AB6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147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Pitch to partner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7F44A-32DB-47F2-BC5F-1FF76C1ED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71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EDB22-FA82-4297-97C1-138515ED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Boardroom presentation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70B745-9398-41CA-B072-040EC695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624BA-81F0-4774-83DC-3544C9D5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6291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Actual business problem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12641-4F62-4A46-9ED3-8B20B068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D5A02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5A021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1CE03A-5EE2-475D-BF81-5976F762B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Authentic partner-facing and professional tasks connect theory with practice.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5CED1-6E23-4C4F-890F-F3B85A0C8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09700"/>
            <a:ext cx="1143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solidFill>
              <a:srgbClr val="BCCCD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A44CEA-0243-4F47-9D7A-99EA9B2D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287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Case-Based Learning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81145-F00A-4145-94EA-DD0DBC12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86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1 item  |  3.5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58845B-09B8-41C5-AA79-8C436DD7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Representative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F5F49-2960-4140-8DE1-E9E8FE9F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575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C8AB06-E8E8-49C7-AFBE-3DDA6F167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575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7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LO02: open-ended business scenarios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036ED-4AB9-426C-9DDF-A7616D0D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D5A02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5A021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5394D1-4AAA-4179-A268-078CA05A4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4864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learning outcome explicitly requires scenario-based analysis.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7BA998-7CE8-4139-A99B-2C42E73D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09700"/>
            <a:ext cx="1143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solidFill>
              <a:srgbClr val="BCCCD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4F005E-56D6-412F-A31E-DCD18B37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28750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Project- and Problem-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Based Learning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33BE3C-D8DA-46B9-A3F8-F5855B7A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860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4 items  |  14.5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2B0DB0-990F-4C0D-8EC2-74732993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857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Representative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6FAFF4-F54E-4E59-A490-FB903639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575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24EAC0-8842-4CCD-ADE6-A3C66435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575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Actual business problem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3FE7AE8-DECF-455A-A099-0233B895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147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4AF988-28D3-4D01-8824-331DC0E9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147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Project immersion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9B2ACF-1C21-4083-9501-0EE56B30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719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BB2C49-C611-4DAF-8EE8-512F33010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Problem and opportunity scoping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2EAF8B-CC6E-4FEE-8007-519FFA01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6291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7622C8-DE01-431D-AF77-F93A2F3C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281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Prototype validation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4E3E56-D41C-4C84-998B-0EA5B3E1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435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 i="0">
                <a:solidFill>
                  <a:srgbClr val="D5A021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D5A021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57E42AA-7E78-495D-BD60-F7619898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486400"/>
            <a:ext cx="314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The unit requires sustained problem framing, project work and validation.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43840D-3BB5-4AEF-996B-452F8E73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CS-44 Project Team  |  INFS6600 Taxonomy Pilot  |  Week 4 v2</a:t>
            </a:r>
          </a:p>
        </p:txBody>
      </p:sp>
    </p:spTree>
    <p:extLst>
      <p:ext uri="{BB962C8B-B14F-4D97-AF65-F5344CB8AC3E}">
        <p14:creationId xmlns:p14="http://schemas.microsoft.com/office/powerpoint/2010/main" val="15913758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EEA37C-BCDF-4B83-8F0B-9200ED59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60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The Week 4 package is ready for confirmation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A3519-6BF7-4EC9-8369-8F1EAC46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0">
            <a:solidFill>
              <a:srgbClr val="2F6B9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65754-1BBD-4C79-8727-80D98CB7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6725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350" b="1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2B3A5-45A8-4DC3-9069-C5C0DFC73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Completed by the CS-44 team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8EA67F-343E-40CA-9DE9-81D23A46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9A2BF-C489-4B85-BA9A-778298A64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Eight-category taxonomy and multi-label policy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AF51A9-19CF-47CC-AC13-BD5CF37B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194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66F8B4-5BAC-41AF-86A8-23B81F55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194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INFS6600 evidence, review queue and category totals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6DAEE4-E930-4547-9903-D7465721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6FCB4D-BE62-4E3E-8D7E-407D6354A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4805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Three presentation-ready figures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76C26-2C86-49E8-A54C-4E3E84CEF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2EAFF2-8182-48E6-9429-32AA5E5F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Detailed algorithm and course-mapping PDFs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CB3C5-5582-45D9-A498-6C590E00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05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2C8D5-2CDF-4003-B484-0B4F2C98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45339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Meeting handout, regression tests and release manifest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12D047-E95F-41E9-A982-22F92481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390650"/>
            <a:ext cx="190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CDC"/>
          </a:solidFill>
          <a:ln xmlns:a="http://schemas.openxmlformats.org/drawingml/2006/main" w="0">
            <a:solidFill>
              <a:srgbClr val="BCCCD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65A90-14CC-4A31-A14B-97B249DEB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Configuration points to confirm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0CBABD-42CF-4D14-A217-DEC53B4F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907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B0023C-69FF-4D23-B294-43788EDFE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907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Positive threshold: 3.0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1D8BDE-FD5A-4E5D-8FE4-3262E352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765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BAF8B4-5A5E-4B8A-982A-2E293BF9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765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High-confidence threshold: 5.0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C0B295-2BFC-4237-B6D5-1FC3EEC9F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5623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44722-43EE-4FBC-B676-AFCF1A92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623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Career readiness weight: provisional 2.0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D147FE-0597-4882-96D9-BEEA809A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48150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2F6B9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F6B9A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1509C2-1FFA-4E54-B6AC-FBA49546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248150"/>
            <a:ext cx="4248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0" i="0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43B53"/>
                </a:solidFill>
                <a:latin typeface="Arial"/>
                <a:ea typeface="Arial"/>
                <a:cs typeface="Arial"/>
              </a:rPr>
              <a:t>Administrative ‘Case studies’ label: review-only at 2.0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CF6DC8-F97C-4323-ADA7-396460034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05400"/>
            <a:ext cx="44767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AF5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4F5699B-5E6B-4675-B813-786E276C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76850"/>
            <a:ext cx="3943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41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 i="0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02A43"/>
                </a:solidFill>
                <a:latin typeface="Arial"/>
                <a:ea typeface="Arial"/>
                <a:cs typeface="Arial"/>
              </a:rPr>
              <a:t>After confirmation, the same baseline can be applied to additional units.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643D81-BE49-4F90-8A86-E01BF6C7C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819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 i="0">
                <a:solidFill>
                  <a:srgbClr val="627D98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27D98"/>
                </a:solidFill>
                <a:latin typeface="Arial"/>
                <a:ea typeface="Arial"/>
                <a:cs typeface="Arial"/>
              </a:rPr>
              <a:t>CS-44 Project Team  |  INFS6600 Taxonomy Pilot  |  Week 4 v2</a:t>
            </a:r>
          </a:p>
        </p:txBody>
      </p:sp>
    </p:spTree>
    <p:extLst>
      <p:ext uri="{BB962C8B-B14F-4D97-AF65-F5344CB8AC3E}">
        <p14:creationId xmlns:p14="http://schemas.microsoft.com/office/powerpoint/2010/main" val="10327830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2026-09-01T11:36:44.6040000Z</dcterms:created>
  <dcterms:modified xsi:type="dcterms:W3CDTF">2026-09-01T11:36:44.6040000Z</dcterms:modified>
</coreProperties>
</file>